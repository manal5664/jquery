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682A0-F989-26D0-AC13-679EF7805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5E9D0-7449-3798-1670-8ED30023A3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DE7BE-E6E0-EF3E-E166-E5F724BFB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635B-4C9B-429D-89AE-56704C698D5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09D5E-4956-4CCF-A0FD-9B52DE1A2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4367F-5AD1-7754-622D-0B6B0EB65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D98CD-D461-4797-A7F8-1DFA8E882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741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670D0-403A-4AC9-8A43-5622D850E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562C8-F8BE-3A4C-7AE8-823F8875A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66537-76AB-1DAF-AF7E-22DB009AB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635B-4C9B-429D-89AE-56704C698D5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529D5-55F1-9165-2027-F72C2C5B7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96A7B-6192-EC87-DC77-5F4EB9E96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D98CD-D461-4797-A7F8-1DFA8E882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32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37DB3-F069-BF22-D440-7CC97B8FC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A9F6C-F15F-69E9-20FE-B6E44F7B9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E53BF-3053-2233-69C1-13C450541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635B-4C9B-429D-89AE-56704C698D5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71C67-BE3F-36B4-976B-D72E1CCBE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D7413-F5D1-4D60-353B-C5885CA08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D98CD-D461-4797-A7F8-1DFA8E882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214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27BF6-ED54-4942-59AF-33CBCA20A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91169-C53E-C6DD-5D6B-C57F7E5EC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7198BF-7041-0798-6C25-1DF0258ED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FB0DE-1A67-CF7F-97CA-B60782B3D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635B-4C9B-429D-89AE-56704C698D5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4A43D-88D1-981F-8BE1-4EE8CCB18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FBB99-0B22-3879-E468-35C81A30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D98CD-D461-4797-A7F8-1DFA8E882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472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E800A-C7E3-8F44-6C2A-30AEF91ED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5C37C-3AB6-6CE9-2076-EDF63EE50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F37413-2EB0-9C58-B09D-8F349636F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F8D4D-AE6A-173D-37DA-1AB92E1392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DAA9A3-1642-7455-ED12-3F31AE584E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A2C5DB-9287-F1FB-B1D1-896E50A05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635B-4C9B-429D-89AE-56704C698D5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BD19A4-D154-4C64-9C2F-586189E6E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07FB60-E4BC-5247-9F1A-592DFB873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D98CD-D461-4797-A7F8-1DFA8E882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425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9AA55-8BF8-4831-D540-5F4697E1A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826DD0-016D-B385-C9EB-7266C37D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635B-4C9B-429D-89AE-56704C698D5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7C7DA-4C08-B676-3AC2-2C6D94D65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738F0-ECA8-A7F6-284A-295B7453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D98CD-D461-4797-A7F8-1DFA8E882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697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CBC853-A244-2AC5-1C5E-4560C4D92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635B-4C9B-429D-89AE-56704C698D5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72CBDA-894D-7A83-69F0-CE0B4A939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04B22-E561-7CBB-0FC0-0349416D2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D98CD-D461-4797-A7F8-1DFA8E882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94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C18CF-CE54-0DF0-72D4-3B7A10D7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07022-92CA-62A8-1E1F-37FDC11D1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AAF62-D228-1585-5CB9-DAC726D58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DE66C-3547-6831-3201-42495653E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635B-4C9B-429D-89AE-56704C698D5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BF93B-BAEF-A4C6-1558-293E462E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56C43A-C6C7-420C-0FC8-8AD24ABB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D98CD-D461-4797-A7F8-1DFA8E882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047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1600D-EB2E-13DF-DFE7-CE799DB1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B0419E-F277-052F-43CF-6AB9CF7DA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CE926-C1EA-204F-E5B9-097759A40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51026-4ADC-75C5-689F-8A7BD8A0E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635B-4C9B-429D-89AE-56704C698D5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0F332-D320-4E16-C847-327B6BE58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D56A13-6977-56B0-414F-004945859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D98CD-D461-4797-A7F8-1DFA8E882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65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D0671-D98B-2638-3258-EFFD5E8A8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E4C838-4050-990B-33D0-ADA70F013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80955-59C5-08DB-3492-3F010F1CD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635B-4C9B-429D-89AE-56704C698D5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94C3D-D0FA-A7B5-6787-3ED88445F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2D97D-E46A-5CD1-CC75-A4B010B45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D98CD-D461-4797-A7F8-1DFA8E882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648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94E351-B426-67B4-18B2-3AB321E697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E1D99D-77A7-7665-6A6B-1A7DA7B5D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45A8E-9F68-3279-81E0-A3092C21A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635B-4C9B-429D-89AE-56704C698D5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39705-401C-C5CA-1835-1F320DB0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E5A13-BF4A-B399-D473-98CDB0FF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D98CD-D461-4797-A7F8-1DFA8E882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69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660EFD-AEDE-78EA-2760-91585F0A6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85D4B-8147-4763-EC77-862C6A4C7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E4F81-B6C9-7FFF-D968-590E23BDCA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A1635B-4C9B-429D-89AE-56704C698D5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263E3-0253-F5EE-F42A-317002BDF6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45A21-AF74-28D0-C5E3-D9C18BF11B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AD98CD-D461-4797-A7F8-1DFA8E8822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66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F5DF-B3C0-4BDD-0635-89B75DDA48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Val Method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34100-D98A-DAE6-A3F2-E45A396A8A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 </a:t>
            </a:r>
            <a:r>
              <a:rPr lang="en-US"/>
              <a:t>Manal Asghar</a:t>
            </a:r>
          </a:p>
        </p:txBody>
      </p:sp>
    </p:spTree>
    <p:extLst>
      <p:ext uri="{BB962C8B-B14F-4D97-AF65-F5344CB8AC3E}">
        <p14:creationId xmlns:p14="http://schemas.microsoft.com/office/powerpoint/2010/main" val="267547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Val Method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1</cp:revision>
  <dcterms:created xsi:type="dcterms:W3CDTF">2026-03-19T09:16:48Z</dcterms:created>
  <dcterms:modified xsi:type="dcterms:W3CDTF">2026-03-19T09:17:05Z</dcterms:modified>
</cp:coreProperties>
</file>