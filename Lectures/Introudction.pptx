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8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0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9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9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3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3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0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3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12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6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2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119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2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64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71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4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116454A-A5F2-405D-9318-79F34F3C434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0507A-15F9-4DE5-BC90-D2E6103C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3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AA45-F29A-DAC6-F806-2B234C97AB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JQUERY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E545B-3B4E-D5F3-2AE7-1354FBC518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Manal Asghar</a:t>
            </a:r>
          </a:p>
        </p:txBody>
      </p:sp>
    </p:spTree>
    <p:extLst>
      <p:ext uri="{BB962C8B-B14F-4D97-AF65-F5344CB8AC3E}">
        <p14:creationId xmlns:p14="http://schemas.microsoft.com/office/powerpoint/2010/main" val="1238458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A8DA-C211-0003-A8D3-E173E564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5B65D3-D241-D38A-8FEE-06ED70366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420" y="491924"/>
            <a:ext cx="11721159" cy="5913358"/>
          </a:xfrm>
        </p:spPr>
      </p:pic>
    </p:spTree>
    <p:extLst>
      <p:ext uri="{BB962C8B-B14F-4D97-AF65-F5344CB8AC3E}">
        <p14:creationId xmlns:p14="http://schemas.microsoft.com/office/powerpoint/2010/main" val="171842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DE47-A976-53AB-FDE4-199A343B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4AE0F-EAA6-3CDB-239F-6B9959B57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AC5D5-C410-DBD7-CB91-2A13AA7418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83"/>
          <a:stretch/>
        </p:blipFill>
        <p:spPr>
          <a:xfrm>
            <a:off x="107488" y="190078"/>
            <a:ext cx="11735685" cy="633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8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F94F2-8F9E-9200-99D8-879622D0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EE473-832B-7F1A-4687-F1D03351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AFA5DA-8EFE-4BCA-795A-FAE12F87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7"/>
          <a:stretch/>
        </p:blipFill>
        <p:spPr>
          <a:xfrm>
            <a:off x="130224" y="193813"/>
            <a:ext cx="11826423" cy="635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1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803B-FF45-52E2-6E98-F70AC4CE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7A9F3-B7DF-73B9-FFB6-7BC973A1C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5E26D-0A00-B4CA-56CA-A6CA35B52F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3" t="-1901" r="102" b="1901"/>
          <a:stretch/>
        </p:blipFill>
        <p:spPr>
          <a:xfrm>
            <a:off x="185194" y="122444"/>
            <a:ext cx="11505235" cy="661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43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A59E-BA96-7C82-3A79-A786E192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8AC7E-B5A9-BC1C-328B-9D047AC93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3A34F-5F0F-FEE2-8C29-0BAA1B381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23966"/>
            <a:ext cx="9675291" cy="641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8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8601-36A2-534B-110A-543446A3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5ECDE-9D10-3472-8D7F-246311525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537B7-EE90-CD20-15C0-FF31807C3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15" y="241923"/>
            <a:ext cx="11862370" cy="637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25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E1E7-19C4-3B4E-8B98-62D9B8B50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45317-2693-F497-F313-A27E4E7DC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F462D-EAC7-BDD5-F6A2-05333CDE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69" y="155503"/>
            <a:ext cx="11675661" cy="65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0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0CCA-E496-3A02-EBFB-7F697328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614060-8B81-C718-F35F-4A687D41D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92" b="99447" l="2311" r="99522">
                        <a14:foregroundMark x1="78088" y1="277" x2="79761" y2="18119"/>
                        <a14:foregroundMark x1="79761" y1="18119" x2="83586" y2="24758"/>
                        <a14:foregroundMark x1="83586" y1="24758" x2="96972" y2="28492"/>
                        <a14:foregroundMark x1="96972" y1="28492" x2="98884" y2="35961"/>
                        <a14:foregroundMark x1="98884" y1="35961" x2="98406" y2="95989"/>
                        <a14:foregroundMark x1="98406" y1="95989" x2="30677" y2="95574"/>
                        <a14:foregroundMark x1="30677" y1="95574" x2="14741" y2="92116"/>
                        <a14:foregroundMark x1="14741" y1="92116" x2="5259" y2="80636"/>
                        <a14:foregroundMark x1="5259" y1="80636" x2="2231" y2="4979"/>
                        <a14:foregroundMark x1="2231" y1="4979" x2="16733" y2="553"/>
                        <a14:foregroundMark x1="16733" y1="553" x2="58406" y2="6224"/>
                        <a14:foregroundMark x1="58406" y1="6224" x2="80558" y2="1798"/>
                        <a14:foregroundMark x1="80558" y1="1798" x2="79124" y2="2490"/>
                        <a14:foregroundMark x1="6693" y1="8437" x2="5020" y2="21300"/>
                        <a14:foregroundMark x1="5020" y1="21300" x2="7649" y2="27801"/>
                        <a14:foregroundMark x1="92510" y1="31812" x2="98566" y2="30705"/>
                        <a14:foregroundMark x1="98566" y1="30705" x2="99522" y2="30705"/>
                        <a14:foregroundMark x1="7171" y1="82573" x2="2470" y2="97925"/>
                        <a14:foregroundMark x1="2470" y1="97925" x2="2311" y2="99585"/>
                        <a14:foregroundMark x1="73147" y1="692" x2="65817" y2="30567"/>
                        <a14:foregroundMark x1="27251" y1="7192" x2="30518" y2="32642"/>
                        <a14:foregroundMark x1="86375" y1="86722" x2="85339" y2="89627"/>
                        <a14:foregroundMark x1="85578" y1="89627" x2="85578" y2="89627"/>
                        <a14:backgroundMark x1="96548" y1="26236" x2="98645" y2="26003"/>
                        <a14:backgroundMark x1="98645" y1="26003" x2="99761" y2="15768"/>
                        <a14:backgroundMark x1="99761" y1="15768" x2="99203" y2="1107"/>
                        <a14:backgroundMark x1="99203" y1="1107" x2="80917" y2="7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2808" y="222774"/>
            <a:ext cx="11130879" cy="64124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6569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42701-B08B-7617-C114-6A172968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6C08-D7D0-E999-52F2-8F5FB5597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8701AC-EC3D-9E15-39E8-17FB4BF1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19" y="339829"/>
            <a:ext cx="11382218" cy="590857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5662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E5BA-9A74-5D16-C6EE-385EDB7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4E5C-C214-278F-A1F6-3ADEB8BC7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CB6DF-A4BF-84BC-8E62-B34C3F6BB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6" y="166406"/>
            <a:ext cx="11699487" cy="623887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24804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277</TotalTime>
  <Words>5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JQUERY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6</cp:revision>
  <dcterms:created xsi:type="dcterms:W3CDTF">2026-03-09T08:33:15Z</dcterms:created>
  <dcterms:modified xsi:type="dcterms:W3CDTF">2026-03-10T09:16:57Z</dcterms:modified>
</cp:coreProperties>
</file>