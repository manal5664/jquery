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3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6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1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0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1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5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2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5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6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6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01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73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15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64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3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3FEED67-203D-475D-B71D-3D44D2A21D1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B3430A5-456E-408F-88F1-92A099DE9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FA9CE-8C55-4478-5F13-39BB93CB1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jQuery Events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C9F26-F9CE-A6D9-DAD4-0791D3FB3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371526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DEB7-56C5-3E85-F167-3BBED2A0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D88C-5EB8-91CD-8D7C-1758EA4E9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3262AA-9197-F3F2-AC46-E72C9517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45" y="432834"/>
            <a:ext cx="11272959" cy="622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8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1948-8372-B330-4013-BF7283EB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477603" cy="706964"/>
          </a:xfrm>
        </p:spPr>
        <p:txBody>
          <a:bodyPr/>
          <a:lstStyle/>
          <a:p>
            <a:r>
              <a:rPr lang="en-US" dirty="0"/>
              <a:t>Commonly used jQuery events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4A1EF-1C18-683E-91FD-81F1917C9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45" y="2768519"/>
            <a:ext cx="10200201" cy="239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5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BE67-9231-E4F6-D2F4-6EF9B843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7F52-694B-8A0B-8B30-8190C94F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85991-4654-2A93-6DF9-1D5180FF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92" y="153002"/>
            <a:ext cx="9820456" cy="662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1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DD4E-BC7D-615C-3EF6-1F6C7119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B4CA5-F28D-4015-3A3B-368F9861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FAC50-2DB5-2E9C-08DF-D81B5076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99" y="973668"/>
            <a:ext cx="10114801" cy="523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0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ED1F2B-D260-0B11-F834-90C0F58DB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46" y="649026"/>
            <a:ext cx="11211710" cy="590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2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8B4C-2562-5BB9-67D5-E19A6A3A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E4361-D9CF-FB9C-A2D1-62CCFE507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9" y="651617"/>
            <a:ext cx="11320412" cy="501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2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BEAC-39B6-9C30-2534-9B18ED02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B0320-01ED-6F75-C764-DC3DE101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54" y="612131"/>
            <a:ext cx="11317992" cy="50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0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B2E9-3647-FADB-F8EC-DD3F8990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9C34-FBDC-1BB5-1FCA-CB8719ED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C19FF-C6FD-293B-2D1D-74B643D22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82" y="655897"/>
            <a:ext cx="11257968" cy="552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4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32B6-3A83-4941-542E-02AF7C89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84AD1-0FB5-CDFC-839A-C1C23E97A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CD387-F9AE-6595-3D49-001B94D9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28" y="838200"/>
            <a:ext cx="11205344" cy="555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8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323E-A55F-3EAB-14B1-DCC41E20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0D5A0-66FB-B3F7-F3F5-B2B414789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11F80-FB75-8FD3-3931-043AA6462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6" y="661786"/>
            <a:ext cx="10533789" cy="59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26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F572-2AAE-AE77-C02E-C0CC70A0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B84A6-B8EF-9316-A1D5-EB60CB6C6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16" y="733437"/>
            <a:ext cx="11194417" cy="51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4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FF18-95E8-0D24-8CB8-24D5BC05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03515-B8FC-3377-A016-036B9A2A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" y="785211"/>
            <a:ext cx="11184665" cy="53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19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71</TotalTime>
  <Words>12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jQuery Events</vt:lpstr>
      <vt:lpstr>PowerPoint Presentation</vt:lpstr>
      <vt:lpstr>Commonly used jQuery events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4</cp:revision>
  <dcterms:created xsi:type="dcterms:W3CDTF">2026-03-19T07:38:42Z</dcterms:created>
  <dcterms:modified xsi:type="dcterms:W3CDTF">2026-03-19T09:13:41Z</dcterms:modified>
</cp:coreProperties>
</file>